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URANGO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유랑고 — 우리랑 Go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아웃도어 액티비티 소셜 플랫폼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🚴  Cycle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32004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2004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🏍️  Bike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32004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2004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🏃  Run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20040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2004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⛰️  Mountain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개발기간: 8.5개월 (2026.03 – 11)   |   예산: 4.3억원   |   팀: 12명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프로젝트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프로젝트명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91440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9144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URANGO (유랑고) — 아웃도어 액티비티 소셜 플랫폼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플랫폼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5544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iOS &amp; Android 모바일 앱 (React Native)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개발 기간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19456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194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2026년 3월 ~ 11월 (8.5개월)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예산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834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431,300,000원 (VAT 별도)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팀 규모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347472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474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12명 (PM, 기획, 디자인, 백엔드, 프론트, QA)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핵심 가치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4114800"/>
            <a:ext cx="6035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41148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안전성 · 접근성 · 확장성 · 수익성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4대 지원 카테고리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3657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Cycle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자전거 라이딩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제휴: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자전거 용품점 · 로라방 · 버스 운송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1965960" cy="3657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🏍️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Bike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오토바이 투어링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83464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제휴: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오토바이 용품점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65960" cy="3657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🏃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마라톤 &amp; 러닝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83464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제휴: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마라톤 용품점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1965960" cy="3657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0972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⛰️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Mountain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등산 &amp; 트레킹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834640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제휴: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버스 운송 · 산악용품점 · 산악협회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주요 기능 명세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👑  리더 (Leader) 기능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25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활동 생성 (일정/장소/난이도/인원 설정)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928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참가 신청자 승인 및 거부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59736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597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실시간 GPS 위치 공유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3931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0266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활동 중 참가자 관리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🙋  팔로워 (Follower) 기능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3258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날짜/장소/난이도/인원 필터 검색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8928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즉시참여 (Pop Join) 기능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활동 참가 신청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26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▸  리더 팔로우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657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 소셜 기능: Follow/Follower · DM · 사진첩 · 평가/랭킹 · LBS · 게시판 · 광고/제휴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기술 스택 &amp; 아키텍처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11887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Native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iOS/Android 동시 개발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91440" cy="1188720"/>
          </a:xfrm>
          <a:prstGeom prst="rect">
            <a:avLst/>
          </a:prstGeom>
          <a:solidFill>
            <a:srgbClr val="68A06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Node.js + Express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빠른 개발 · 실시간 처리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91440" cy="118872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791"/>
                </a:solidFill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 + Redis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관계형 DB + 고성능 캐시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91440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 (EC2/RDS/S3)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안정적 클라우드 인프라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91440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Real-time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Socket.io + FCM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실시간 통신 + 푸시 알림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1A2E3D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9144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</a:rPr>
              <a:t>Maps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Google Maps API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83480" y="4389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위치기반 서비스 (LBS)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개발 일정 (8.5개월)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4592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기획 &amp;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3–4월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6주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828800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디자인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5–6월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8주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005840"/>
            <a:ext cx="1828800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백엔드 개발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7–8월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8주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1005840"/>
            <a:ext cx="1463040" cy="1463040"/>
          </a:xfrm>
          <a:prstGeom prst="rect">
            <a:avLst/>
          </a:prstGeom>
          <a:solidFill>
            <a:srgbClr val="05BFB2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프론트엔드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9–10월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194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6주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005840"/>
            <a:ext cx="68580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0515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0" y="14173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테스트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10월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194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2주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83880" y="1005840"/>
            <a:ext cx="868680" cy="14630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10515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14173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배포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187452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11월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21945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CC"/>
                </a:solidFill>
              </a:rPr>
              <a:t>4주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219456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작업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1. 기획/분석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3–4월 (6주)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요구사항 분석, 기획서, 와이어프레임, DB 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2. 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5–6월 (8주)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UI/UX 디자인, 디자인 시스템, 프로토타입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3. 백엔드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7–8월 (8주)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API 개발, DB 구축, 인증/알림 시스템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4. 프론트엔드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9–10월 (6주)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앱 화면 개발, 기능 구현, API 연동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5. 테스트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10월 (2주)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통합 테스트, QA, 버그 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6. 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11월 (4주)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앱스토어 배포, 런칭, 모니터링 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팀 구성 &amp; 예산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66344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팀 구성 (총 12명)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663440" cy="237744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18872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인원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경력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프로젝트 매니저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10년+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기획자 (PO)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1명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7년+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UI/UX 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5년+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백엔드 개발자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3명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5년+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프론트엔드 개발자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3명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4년+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QA 엔지니어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3년+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822960"/>
            <a:ext cx="374904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822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 예산 상세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3749040" cy="338328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</a:tblGrid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프로젝트 관리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59,500,000원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기획 및 분석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51,000,000원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UI/UX 디자인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44,000,000원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백엔드 개발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90,000,000원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프론트엔드 개발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100,800,000원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QA &amp; 테스트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27,000,000원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인프라/배포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15,000,000원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서버 인프라 (연)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18,000,000원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API 라이선스 (연)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6,000,000원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예비비 (5%)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</a:rPr>
                        <a:t>20,000,000원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5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94760"/>
            <a:ext cx="859536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3794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총 예산: 431,300,000원 (VAT 별도)   |   계약금 30% · 중도금 40% · 잔금 30%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성능 요구사항 &amp; 보안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828800"/>
          </a:xfrm>
          <a:prstGeom prst="rect">
            <a:avLst/>
          </a:prstGeom>
          <a:solidFill>
            <a:srgbClr val="1A2E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⚡ 앱 로딩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3초 이내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Cold Start 포함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65960" cy="1828800"/>
          </a:xfrm>
          <a:prstGeom prst="rect">
            <a:avLst/>
          </a:prstGeom>
          <a:solidFill>
            <a:srgbClr val="1A2E3D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914400"/>
            <a:ext cx="19659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🔥 API 응답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500ms 이하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3160" y="21488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평균 응답 시간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65960" cy="1828800"/>
          </a:xfrm>
          <a:prstGeom prst="rect">
            <a:avLst/>
          </a:prstGeom>
          <a:solidFill>
            <a:srgbClr val="1A2E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914400"/>
            <a:ext cx="19659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👥 동시 사용자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10,000명+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동시 접속 지원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914400"/>
            <a:ext cx="1965960" cy="1828800"/>
          </a:xfrm>
          <a:prstGeom prst="rect">
            <a:avLst/>
          </a:prstGeom>
          <a:solidFill>
            <a:srgbClr val="1A2E3D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914400"/>
            <a:ext cx="19659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✅ 가동률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99.9%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20840" y="21488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SLA 보장 Uptime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🔒  보안 요구사항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SSL/TLS 암호화 통신 (HTTPS 강제)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OAuth 2.0 + JWT 인증 체계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bcrypt 비밀번호 해싱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SQL Injection · XSS 방지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840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개인정보보호법 · GDPR 준수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251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  정기 보안 취약점 점검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성공 기준 &amp; 향후 계획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모든 요구사항 구현 완료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성능 목표 달성 (3초 로딩, 500ms API)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보안 검증 통과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868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테스트 커버리지 80% 이상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60020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00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정해진 일정 내 런칭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331720"/>
            <a:ext cx="4206240" cy="548640"/>
          </a:xfrm>
          <a:prstGeom prst="rect">
            <a:avLst/>
          </a:prstGeom>
          <a:solidFill>
            <a:srgbClr val="025A68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앱스토어 승인 획득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향후 확장 계획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캠핑/낚시/서핑 등 카테고리 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AI 기반 활동 추천 시스템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웨어러블 기기 연동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프리미엄 멤버십 도입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국제화 (다국어 지원)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▸  이벤트/대회 주최 플랫폼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URANGO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유랑고 — 우리랑 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함께 달리고, 함께 오르고, 함께 성장하는 아웃도어 커뮤니티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project@urango.com  |  02-1234-5678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2026.02.24  |  Version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URANGO 아웃도어 소셜 플랫폼</dc:title>
  <dc:subject>PptxGenJS Presentation</dc:subject>
  <dc:creator>URANGO 프로젝트팀</dc:creator>
  <cp:lastModifiedBy>URANGO 프로젝트팀</cp:lastModifiedBy>
  <cp:revision>1</cp:revision>
  <dcterms:created xsi:type="dcterms:W3CDTF">2026-02-24T00:03:28Z</dcterms:created>
  <dcterms:modified xsi:type="dcterms:W3CDTF">2026-02-24T00:03:28Z</dcterms:modified>
</cp:coreProperties>
</file>